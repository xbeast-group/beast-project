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4070" r:id="rId1"/>
  </p:sldMasterIdLst>
  <p:sldIdLst>
    <p:sldId id="269" r:id="rId2"/>
    <p:sldId id="256" r:id="rId3"/>
    <p:sldId id="258" r:id="rId4"/>
    <p:sldId id="263" r:id="rId5"/>
    <p:sldId id="266" r:id="rId6"/>
    <p:sldId id="264" r:id="rId7"/>
    <p:sldId id="265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75" d="100"/>
          <a:sy n="75" d="100"/>
        </p:scale>
        <p:origin x="902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Title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62399" y="1964267"/>
            <a:ext cx="7197726" cy="2421464"/>
          </a:xfrm>
        </p:spPr>
        <p:txBody>
          <a:bodyPr anchor="b">
            <a:normAutofit/>
          </a:bodyPr>
          <a:lstStyle>
            <a:lvl1pPr algn="r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62399" y="4385732"/>
            <a:ext cx="7197726" cy="1405467"/>
          </a:xfrm>
        </p:spPr>
        <p:txBody>
          <a:bodyPr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32558" y="5870575"/>
            <a:ext cx="1600200" cy="377825"/>
          </a:xfrm>
        </p:spPr>
        <p:txBody>
          <a:bodyPr/>
          <a:lstStyle/>
          <a:p>
            <a:fld id="{48A87A34-81AB-432B-8DAE-1953F412C126}" type="datetimeFigureOut">
              <a:rPr lang="en-US" smtClean="0"/>
              <a:t>7/6/2026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62399" y="5870575"/>
            <a:ext cx="4893958" cy="3778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08958" y="5870575"/>
            <a:ext cx="551167" cy="377825"/>
          </a:xfr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398136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7/6/2026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80497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308581"/>
            <a:ext cx="10131427" cy="1468800"/>
          </a:xfrm>
        </p:spPr>
        <p:txBody>
          <a:bodyPr anchor="b"/>
          <a:lstStyle>
            <a:lvl1pPr algn="l">
              <a:defRPr sz="40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7381"/>
            <a:ext cx="1013142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 cap="all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7/6/2026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92350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2" y="2142067"/>
            <a:ext cx="4995334" cy="364913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21895" y="2142067"/>
            <a:ext cx="4995332" cy="364913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7/6/2026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80615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3670" y="2218267"/>
            <a:ext cx="470905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1" y="2870201"/>
            <a:ext cx="4996923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96003" y="2226734"/>
            <a:ext cx="4722813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23483" y="2870201"/>
            <a:ext cx="4995334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7/6/2026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43483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7/6/2026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8109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7/6/2026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26069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074333"/>
            <a:ext cx="3680885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48201" y="609601"/>
            <a:ext cx="6169026" cy="51816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445933"/>
            <a:ext cx="3680885" cy="1828800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7/6/2026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31151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600200"/>
            <a:ext cx="6164653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36253" y="914400"/>
            <a:ext cx="3280974" cy="4572000"/>
          </a:xfrm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2971800"/>
            <a:ext cx="6164653" cy="1828800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7/6/2026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66160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732865"/>
            <a:ext cx="1013142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71600" y="932112"/>
            <a:ext cx="8759827" cy="3164976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299603"/>
            <a:ext cx="10131427" cy="49371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7/6/2026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05982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3124199"/>
          </a:xfrm>
        </p:spPr>
        <p:txBody>
          <a:bodyPr anchor="ctr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7/6/2026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18054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97875" y="3352800"/>
            <a:ext cx="9339184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7465" y="4343400"/>
            <a:ext cx="10152367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7/6/2026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812639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2" y="3308581"/>
            <a:ext cx="10131425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4777381"/>
            <a:ext cx="10131426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7/6/2026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156242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0" y="3886200"/>
            <a:ext cx="10135436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5200"/>
            <a:ext cx="10135436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7/6/2026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82718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1" y="3505200"/>
            <a:ext cx="10131428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7/6/2026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703899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7/6/2026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970199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8675" y="609599"/>
            <a:ext cx="2158552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7832116" cy="5181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7/6/2026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71767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2142067"/>
            <a:ext cx="10131425" cy="3649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48A87A34-81AB-432B-8DAE-1953F412C126}" type="datetimeFigureOut">
              <a:rPr lang="en-US" smtClean="0"/>
              <a:pPr/>
              <a:t>7/6/2026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025657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4071" r:id="rId1"/>
    <p:sldLayoutId id="2147484072" r:id="rId2"/>
    <p:sldLayoutId id="2147484073" r:id="rId3"/>
    <p:sldLayoutId id="2147484074" r:id="rId4"/>
    <p:sldLayoutId id="2147484075" r:id="rId5"/>
    <p:sldLayoutId id="2147484076" r:id="rId6"/>
    <p:sldLayoutId id="2147484077" r:id="rId7"/>
    <p:sldLayoutId id="2147484078" r:id="rId8"/>
    <p:sldLayoutId id="2147484079" r:id="rId9"/>
    <p:sldLayoutId id="2147484080" r:id="rId10"/>
    <p:sldLayoutId id="2147484081" r:id="rId11"/>
    <p:sldLayoutId id="2147484082" r:id="rId12"/>
    <p:sldLayoutId id="2147484083" r:id="rId13"/>
    <p:sldLayoutId id="2147484084" r:id="rId14"/>
    <p:sldLayoutId id="2147484085" r:id="rId15"/>
    <p:sldLayoutId id="2147484086" r:id="rId16"/>
    <p:sldLayoutId id="214748408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CFC02F-FB2B-115A-B7AB-8685050899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04AD68-F1F6-6AAA-4218-8BC97BA3D7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67320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5B3D9D-234F-3CC1-4701-ACFE6BA16A0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74800" y="81280"/>
            <a:ext cx="9235927" cy="1798320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Nobody Reads The Terms &amp; Conditions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00E41C6-77F8-FD07-E726-86072A9BAF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60400" y="2367280"/>
            <a:ext cx="11328400" cy="3241040"/>
          </a:xfrm>
        </p:spPr>
        <p:txBody>
          <a:bodyPr>
            <a:normAutofit fontScale="92500" lnSpcReduction="20000"/>
          </a:bodyPr>
          <a:lstStyle/>
          <a:p>
            <a:pPr marL="457200" indent="-457200" algn="ctr">
              <a:buFont typeface="Arial" panose="020B0604020202020204" pitchFamily="34" charset="0"/>
              <a:buChar char="•"/>
            </a:pPr>
            <a:r>
              <a:rPr lang="en-US" sz="3800" dirty="0"/>
              <a:t>“Clicking ‘I agree’ without reading the terms is the modern equivalent of signing a contract written in a language you don’t speak”</a:t>
            </a:r>
          </a:p>
          <a:p>
            <a:pPr algn="ctr"/>
            <a:endParaRPr lang="en-US" sz="3800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33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900" dirty="0"/>
              <a:t>By =&gt;XBEASTCODERZ</a:t>
            </a:r>
          </a:p>
        </p:txBody>
      </p:sp>
    </p:spTree>
    <p:extLst>
      <p:ext uri="{BB962C8B-B14F-4D97-AF65-F5344CB8AC3E}">
        <p14:creationId xmlns:p14="http://schemas.microsoft.com/office/powerpoint/2010/main" val="37086731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5A628F-D6B4-EEC7-4E10-4B4C057E5C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4099" y="608056"/>
            <a:ext cx="9854005" cy="1359448"/>
          </a:xfrm>
        </p:spPr>
        <p:txBody>
          <a:bodyPr/>
          <a:lstStyle/>
          <a:p>
            <a:r>
              <a:rPr lang="en-US" b="1" u="sng" dirty="0">
                <a:latin typeface="Bookman Old Style" panose="02050604050505020204" pitchFamily="18" charset="0"/>
              </a:rPr>
              <a:t>Our Main objective and summary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690F0694-F57F-060B-02AC-6E040C261CD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61309" y="2023383"/>
            <a:ext cx="5234691" cy="4057924"/>
          </a:xfrm>
        </p:spPr>
        <p:txBody>
          <a:bodyPr>
            <a:normAutofit/>
          </a:bodyPr>
          <a:lstStyle/>
          <a:p>
            <a:pPr marL="36900" indent="0">
              <a:buNone/>
            </a:pPr>
            <a:r>
              <a:rPr lang="en-US" sz="2000" dirty="0"/>
              <a:t>Objective :-</a:t>
            </a:r>
          </a:p>
          <a:p>
            <a:pPr marL="379800" indent="-342900"/>
            <a:r>
              <a:rPr lang="en-US" sz="2000" dirty="0"/>
              <a:t>=&gt; Make legal documents easy to understand for non legal users.</a:t>
            </a:r>
          </a:p>
          <a:p>
            <a:pPr marL="379800" indent="-342900"/>
            <a:r>
              <a:rPr lang="en-US" sz="2000" dirty="0"/>
              <a:t>=&gt;Increase awareness of hidden risks in digital agreement’</a:t>
            </a:r>
          </a:p>
          <a:p>
            <a:pPr marL="379800" indent="-342900"/>
            <a:r>
              <a:rPr lang="en-US" sz="2000" dirty="0"/>
              <a:t>=&gt;cut the reading time from 20 minutes to just 1 or 2 minutes .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DA30EAF-76CD-FB18-9393-CC32CFC731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725538" y="2376294"/>
            <a:ext cx="4995332" cy="364913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000" b="1" dirty="0"/>
              <a:t>Summary :-</a:t>
            </a:r>
          </a:p>
          <a:p>
            <a:r>
              <a:rPr lang="en-US" sz="2000" b="1" dirty="0"/>
              <a:t>=&gt;AI based tool that reads any Terms &amp; Conditions documents.</a:t>
            </a:r>
          </a:p>
          <a:p>
            <a:r>
              <a:rPr lang="en-US" sz="2000" b="1" dirty="0"/>
              <a:t>=&gt;generates a shorts , plain language summary in seconds.</a:t>
            </a:r>
          </a:p>
          <a:p>
            <a:r>
              <a:rPr lang="en-US" sz="2000" b="1" dirty="0"/>
              <a:t>=&gt;Highlights risky clauses like data sharing, auto renewable, third party links </a:t>
            </a:r>
            <a:r>
              <a:rPr lang="en-US" sz="2000" b="1" dirty="0" err="1"/>
              <a:t>e.t.c.</a:t>
            </a:r>
            <a:endParaRPr lang="en-US" sz="2000" b="1" dirty="0"/>
          </a:p>
          <a:p>
            <a:r>
              <a:rPr lang="en-US" sz="2000" b="1" dirty="0"/>
              <a:t>=&gt;User just paste the text to get instant results .</a:t>
            </a:r>
          </a:p>
        </p:txBody>
      </p:sp>
    </p:spTree>
    <p:extLst>
      <p:ext uri="{BB962C8B-B14F-4D97-AF65-F5344CB8AC3E}">
        <p14:creationId xmlns:p14="http://schemas.microsoft.com/office/powerpoint/2010/main" val="15814964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0F8DE9-3633-B5EF-71EE-24B84F306A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Content creator (leader)</a:t>
            </a:r>
          </a:p>
        </p:txBody>
      </p:sp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9364B83A-C8EB-6743-F77D-4C43382BE94A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2153" r="2153"/>
          <a:stretch>
            <a:fillRect/>
          </a:stretch>
        </p:blipFill>
        <p:spPr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prstClr val="white">
                    <a:alpha val="0"/>
                  </a:prst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891FE24-3482-2490-CC8D-F79DBD03296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5800" y="2971800"/>
            <a:ext cx="6457278" cy="2815814"/>
          </a:xfrm>
        </p:spPr>
        <p:txBody>
          <a:bodyPr>
            <a:normAutofit/>
          </a:bodyPr>
          <a:lstStyle/>
          <a:p>
            <a:r>
              <a:rPr lang="en-US" dirty="0"/>
              <a:t>"I am the team leader. I coordinate the project, define the overall strategy, manage the workflow, ensure smooth communication among team members, and present our solution during the final pitch.“</a:t>
            </a:r>
          </a:p>
          <a:p>
            <a:r>
              <a:rPr lang="en-US" dirty="0"/>
              <a:t>"Our Video Editor produces the product demonstration video by recording the application's workflow, adding transitions, captions, voice-over, animations, and editing it into a concise, impactful presentation."</a:t>
            </a:r>
          </a:p>
        </p:txBody>
      </p:sp>
    </p:spTree>
    <p:extLst>
      <p:ext uri="{BB962C8B-B14F-4D97-AF65-F5344CB8AC3E}">
        <p14:creationId xmlns:p14="http://schemas.microsoft.com/office/powerpoint/2010/main" val="8269143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0EA2E3-2BC3-CC03-A998-4CC78CDB0B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Full stack web developer</a:t>
            </a:r>
            <a:br>
              <a:rPr lang="en-US" dirty="0"/>
            </a:br>
            <a:endParaRPr lang="en-US" dirty="0"/>
          </a:p>
        </p:txBody>
      </p:sp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0163F4F0-6803-2061-3697-B8850038A766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t="10127" b="10127"/>
          <a:stretch>
            <a:fillRect/>
          </a:stretch>
        </p:blipFill>
        <p:spPr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prstClr val="white">
                    <a:alpha val="0"/>
                  </a:prst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95E225-5CAE-4AC0-5066-3DBC5B91818F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dirty="0"/>
              <a:t>"Our Full-Stack Developer is responsible for building the complete web application. This includes developing the frontend, implementing the backend, integrating APIs and databases, and ensuring that all features work seamlessly."</a:t>
            </a:r>
          </a:p>
        </p:txBody>
      </p:sp>
    </p:spTree>
    <p:extLst>
      <p:ext uri="{BB962C8B-B14F-4D97-AF65-F5344CB8AC3E}">
        <p14:creationId xmlns:p14="http://schemas.microsoft.com/office/powerpoint/2010/main" val="8006399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5D2552-6D35-797B-6CD0-7DCDD1E730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UI/UX designer </a:t>
            </a:r>
          </a:p>
        </p:txBody>
      </p:sp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3751DB46-5B2A-C9D4-3481-BA2703C83F0E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t="10813" b="10813"/>
          <a:stretch>
            <a:fillRect/>
          </a:stretch>
        </p:blipFill>
        <p:spPr>
          <a:xfrm>
            <a:off x="7627692" y="412138"/>
            <a:ext cx="3284147" cy="4576422"/>
          </a:xfrm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prstClr val="white">
                    <a:alpha val="0"/>
                  </a:prst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A87B8EF-B39F-EA98-7968-8DEC42BFF473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dirty="0"/>
              <a:t>"Our UI/UX Designer focuses on creating an intuitive, visually appealing, and user-friendly interface. They conduct user flow planning, wireframing, prototyping, and ensure the application delivers a great user experience."</a:t>
            </a:r>
          </a:p>
        </p:txBody>
      </p:sp>
    </p:spTree>
    <p:extLst>
      <p:ext uri="{BB962C8B-B14F-4D97-AF65-F5344CB8AC3E}">
        <p14:creationId xmlns:p14="http://schemas.microsoft.com/office/powerpoint/2010/main" val="40501893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AE2AA9-1E89-BEAD-97CF-66F2527036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PPT designer</a:t>
            </a:r>
            <a:br>
              <a:rPr lang="en-US" dirty="0"/>
            </a:br>
            <a:br>
              <a:rPr lang="en-US" dirty="0"/>
            </a:b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B1206B6-959E-3350-9410-A77ACB88DAD1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dirty="0"/>
              <a:t>"Our Presentation Designer creates a professional and engaging pitch deck that clearly communicates our problem statement, solution, technical implementation, business value, and future scope to the judges.“</a:t>
            </a:r>
          </a:p>
          <a:p>
            <a:endParaRPr lang="en-US" dirty="0"/>
          </a:p>
        </p:txBody>
      </p:sp>
      <p:pic>
        <p:nvPicPr>
          <p:cNvPr id="14" name="Picture Placeholder 13">
            <a:extLst>
              <a:ext uri="{FF2B5EF4-FFF2-40B4-BE49-F238E27FC236}">
                <a16:creationId xmlns:a16="http://schemas.microsoft.com/office/drawing/2014/main" id="{93268877-D0E4-E39B-F44D-B75B19E0CFDB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2153" r="2153"/>
          <a:stretch>
            <a:fillRect/>
          </a:stretch>
        </p:blipFill>
        <p:spPr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prstClr val="white">
                    <a:alpha val="0"/>
                  </a:prst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8448781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elestial">
  <a:themeElements>
    <a:clrScheme name="Celestial">
      <a:dk1>
        <a:sysClr val="windowText" lastClr="000000"/>
      </a:dk1>
      <a:lt1>
        <a:sysClr val="window" lastClr="FFFFFF"/>
      </a:lt1>
      <a:dk2>
        <a:srgbClr val="18276C"/>
      </a:dk2>
      <a:lt2>
        <a:srgbClr val="EBEBEB"/>
      </a:lt2>
      <a:accent1>
        <a:srgbClr val="AC3EC1"/>
      </a:accent1>
      <a:accent2>
        <a:srgbClr val="477BD1"/>
      </a:accent2>
      <a:accent3>
        <a:srgbClr val="46B298"/>
      </a:accent3>
      <a:accent4>
        <a:srgbClr val="90BA4C"/>
      </a:accent4>
      <a:accent5>
        <a:srgbClr val="DD9D31"/>
      </a:accent5>
      <a:accent6>
        <a:srgbClr val="E25247"/>
      </a:accent6>
      <a:hlink>
        <a:srgbClr val="C573D2"/>
      </a:hlink>
      <a:folHlink>
        <a:srgbClr val="CCAEE8"/>
      </a:folHlink>
    </a:clrScheme>
    <a:fontScheme name="Celestial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elestial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elestial" id="{C4BB2A3D-0E93-4C5F-B0D2-9D3FCE089CC5}" vid="{42E5908D-19A2-46FD-89FA-638B126129E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TM03457452[[fn=Celestial]]</Template>
  <TotalTime>766</TotalTime>
  <Words>332</Words>
  <Application>Microsoft Office PowerPoint</Application>
  <PresentationFormat>Widescreen</PresentationFormat>
  <Paragraphs>24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Bookman Old Style</vt:lpstr>
      <vt:lpstr>Calibri</vt:lpstr>
      <vt:lpstr>Calibri Light</vt:lpstr>
      <vt:lpstr>Celestial</vt:lpstr>
      <vt:lpstr>PowerPoint Presentation</vt:lpstr>
      <vt:lpstr>Nobody Reads The Terms &amp; Conditions</vt:lpstr>
      <vt:lpstr>Our Main objective and summary</vt:lpstr>
      <vt:lpstr>Content creator (leader)</vt:lpstr>
      <vt:lpstr>Full stack web developer </vt:lpstr>
      <vt:lpstr>UI/UX designer </vt:lpstr>
      <vt:lpstr>PPT designer 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sarthakvarshney0511@gmail.com</dc:creator>
  <cp:lastModifiedBy>sarthakvarshney0511@gmail.com</cp:lastModifiedBy>
  <cp:revision>4</cp:revision>
  <dcterms:created xsi:type="dcterms:W3CDTF">2026-07-05T21:15:47Z</dcterms:created>
  <dcterms:modified xsi:type="dcterms:W3CDTF">2026-07-06T11:28:58Z</dcterms:modified>
</cp:coreProperties>
</file>